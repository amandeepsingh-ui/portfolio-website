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pieChart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gauge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ribbonChart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lineStackedColumnComboChart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lineClusteredColumnComboChart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c0310d58-6dbc-4caa-b796-e2fa6070cb0b?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3a0c5b25d3d448f8" /><Relationship Type="http://schemas.openxmlformats.org/officeDocument/2006/relationships/slideLayout" Target="/ppt/slideLayouts/slideLayout8.xml" Id="R670d2eeb87c243b5" /><Relationship Type="http://schemas.openxmlformats.org/officeDocument/2006/relationships/hyperlink" Target="https://app.powerbi.com/groups/me/reports/c0310d58-6dbc-4caa-b796-e2fa6070cb0b/?pbi_source=PowerPoint" TargetMode="External" Id="RelId0" /><Relationship Type="http://schemas.openxmlformats.org/officeDocument/2006/relationships/image" Target="/ppt/media/image4.png" Id="imgId145003131"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915511622df745df" /><Relationship Type="http://schemas.openxmlformats.org/officeDocument/2006/relationships/slideLayout" Target="/ppt/slideLayouts/slideLayout8.xml" Id="R1493a83d5eb84327" /><Relationship Type="http://schemas.openxmlformats.org/officeDocument/2006/relationships/hyperlink" Target="https://app.powerbi.com/groups/me/reports/c0310d58-6dbc-4caa-b796-e2fa6070cb0b/?pbi_source=PowerPoint" TargetMode="External" Id="RelId1" /><Relationship Type="http://schemas.openxmlformats.org/officeDocument/2006/relationships/image" Target="/ppt/media/image5.png" Id="imgId145003132"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b78b24aab7aa413f" /><Relationship Type="http://schemas.openxmlformats.org/officeDocument/2006/relationships/slideLayout" Target="/ppt/slideLayouts/slideLayout8.xml" Id="Raed2854386cf4412" /><Relationship Type="http://schemas.openxmlformats.org/officeDocument/2006/relationships/hyperlink" Target="https://app.powerbi.com/groups/me/reports/c0310d58-6dbc-4caa-b796-e2fa6070cb0b/?pbi_source=PowerPoint" TargetMode="External" Id="RelId2" /><Relationship Type="http://schemas.openxmlformats.org/officeDocument/2006/relationships/image" Target="/ppt/media/image6.png" Id="imgId145003133"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aa4ac93e1e5a4c22" /><Relationship Type="http://schemas.openxmlformats.org/officeDocument/2006/relationships/slideLayout" Target="/ppt/slideLayouts/slideLayout8.xml" Id="R33a136155b864997" /><Relationship Type="http://schemas.openxmlformats.org/officeDocument/2006/relationships/hyperlink" Target="https://app.powerbi.com/groups/me/reports/c0310d58-6dbc-4caa-b796-e2fa6070cb0b/?pbi_source=PowerPoint" TargetMode="External" Id="RelId3" /><Relationship Type="http://schemas.openxmlformats.org/officeDocument/2006/relationships/image" Target="/ppt/media/image7.png" Id="imgId145003134"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de7fe7d324684fb6" /><Relationship Type="http://schemas.openxmlformats.org/officeDocument/2006/relationships/slideLayout" Target="/ppt/slideLayouts/slideLayout8.xml" Id="R8c85f5d90f664852" /><Relationship Type="http://schemas.openxmlformats.org/officeDocument/2006/relationships/hyperlink" Target="https://app.powerbi.com/groups/me/reports/c0310d58-6dbc-4caa-b796-e2fa6070cb0b/?pbi_source=PowerPoint" TargetMode="External" Id="RelId4" /><Relationship Type="http://schemas.openxmlformats.org/officeDocument/2006/relationships/image" Target="/ppt/media/image8.png" Id="imgId145003135"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90c97dd8ef04458c" /><Relationship Type="http://schemas.openxmlformats.org/officeDocument/2006/relationships/slideLayout" Target="/ppt/slideLayouts/slideLayout8.xml" Id="R017ee3d76eee42d2" /><Relationship Type="http://schemas.openxmlformats.org/officeDocument/2006/relationships/hyperlink" Target="https://app.powerbi.com/groups/me/reports/c0310d58-6dbc-4caa-b796-e2fa6070cb0b/?pbi_source=PowerPoint" TargetMode="External" Id="RelId5" /><Relationship Type="http://schemas.openxmlformats.org/officeDocument/2006/relationships/image" Target="/ppt/media/image9.png" Id="imgId145003136"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ride</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5/25/2026 7:07:55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5/25/2026 11:34:14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lineChart ,pieChart ,cardVisual ,slicer.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4500313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Overall</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ableEx ,textbox ,textbox ,textbox ,textbox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cardVisual.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4500313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Vehicle Type</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olumnChart ,columnChart ,slicer ,tableE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4500313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Revenue</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pieChart ,pieChart ,slicer ,cardVisual ,cardVisual ,cardVisual ,cardVisual.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4500313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Cancellation</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tableEx ,textbox ,textbox ,cardVisual ,cardVisual ,cardVisual ,cardVisual ,cardVisual ,cardVisual ,cardVisual ,cardVisual ,cardVisual ,cardVisual ,cardVisual ,cardVisual ,cardVisual ,cardVisual.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4500313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Ratings</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gauge ,cardVisual ,cardVisual ,cardVisual ,clusteredColumnChart ,clusteredBarChart ,ribbonChart ,lineStackedColumnComboChart ,lineClusteredColumnComboChart ,slicer ,slicer ,slicer ,slicer.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4500313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Summary</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