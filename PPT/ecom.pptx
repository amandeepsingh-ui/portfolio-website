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a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  <p:sldId id="263" r:id="RelId6"/>
    <p:sldId id="264" r:id="RelId7"/>
    <p:sldId id="265" r:id="Rel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Relationship Type="http://schemas.openxmlformats.org/officeDocument/2006/relationships/slide" Target="/ppt/slides/slide8.xml" Id="RelId6" /><Relationship Type="http://schemas.openxmlformats.org/officeDocument/2006/relationships/slide" Target="/ppt/slides/slide9.xml" Id="RelId7" /><Relationship Type="http://schemas.openxmlformats.org/officeDocument/2006/relationships/slide" Target="/ppt/slides/slidea.xml" Id="RelId8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Total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Orders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Customers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AOV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On-Time %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Average Rating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YoY%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Revenue Trend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Orders by Months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10 Categories by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Revenue by State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Order Status Share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Revenue vs Last Year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Rolling 30Days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Revenue YTD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Category X Year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Category Revenue Share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AOV vs Orders by 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10 Categories by Rating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20 Categories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Revenue by Customer State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10 Customer States by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Customer State X 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10 Customer Cities by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Late Orders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On-Time %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Late Orders by Months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Avg Delivery Days by Categoty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Late % by Customer State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Avg Rating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Negative Review%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Positive Review %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Rating Distrribution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Avg Rating by Late vs On-Time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Avg Rating 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Payment Type Share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Avg Installments by Payment Type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Payment Value Trend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20 Categories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Total Seller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Revenue Per Seller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Revenue by Seller State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10 Sellers by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Seller State X 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Category Title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Orders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AOV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Average Rating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On-Time %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Revenue Trend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10 Customer States by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e27063d9-d3d3-4658-b009-cb115734edd4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79621bef54f842e7" /><Relationship Type="http://schemas.openxmlformats.org/officeDocument/2006/relationships/slideLayout" Target="/ppt/slideLayouts/slideLayout8.xml" Id="R0553ed79c6084a76" /><Relationship Type="http://schemas.openxmlformats.org/officeDocument/2006/relationships/hyperlink" Target="https://app.powerbi.com/groups/me/reports/e27063d9-d3d3-4658-b009-cb115734edd4/?pbi_source=PowerPoint" TargetMode="External" Id="RelId0" /><Relationship Type="http://schemas.openxmlformats.org/officeDocument/2006/relationships/image" Target="/ppt/media/image4.png" Id="imgId1449080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6166d2abf9564f22" /><Relationship Type="http://schemas.openxmlformats.org/officeDocument/2006/relationships/slideLayout" Target="/ppt/slideLayouts/slideLayout8.xml" Id="R5c1c4acacc264cb0" /><Relationship Type="http://schemas.openxmlformats.org/officeDocument/2006/relationships/hyperlink" Target="https://app.powerbi.com/groups/me/reports/e27063d9-d3d3-4658-b009-cb115734edd4/?pbi_source=PowerPoint" TargetMode="External" Id="RelId1" /><Relationship Type="http://schemas.openxmlformats.org/officeDocument/2006/relationships/image" Target="/ppt/media/image5.png" Id="imgId1449080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31fa2e5be94a4145" /><Relationship Type="http://schemas.openxmlformats.org/officeDocument/2006/relationships/slideLayout" Target="/ppt/slideLayouts/slideLayout8.xml" Id="Rb1eba04cec5d47d1" /><Relationship Type="http://schemas.openxmlformats.org/officeDocument/2006/relationships/hyperlink" Target="https://app.powerbi.com/groups/me/reports/e27063d9-d3d3-4658-b009-cb115734edd4/?pbi_source=PowerPoint" TargetMode="External" Id="RelId2" /><Relationship Type="http://schemas.openxmlformats.org/officeDocument/2006/relationships/image" Target="/ppt/media/image6.png" Id="imgId1449080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15f09d7e0dc8497f" /><Relationship Type="http://schemas.openxmlformats.org/officeDocument/2006/relationships/slideLayout" Target="/ppt/slideLayouts/slideLayout8.xml" Id="R44b6f602962b4774" /><Relationship Type="http://schemas.openxmlformats.org/officeDocument/2006/relationships/hyperlink" Target="https://app.powerbi.com/groups/me/reports/e27063d9-d3d3-4658-b009-cb115734edd4/?pbi_source=PowerPoint" TargetMode="External" Id="RelId3" /><Relationship Type="http://schemas.openxmlformats.org/officeDocument/2006/relationships/image" Target="/ppt/media/image7.png" Id="imgId1449080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c4112adaa7cc4b25" /><Relationship Type="http://schemas.openxmlformats.org/officeDocument/2006/relationships/slideLayout" Target="/ppt/slideLayouts/slideLayout8.xml" Id="Rff5794328c584a14" /><Relationship Type="http://schemas.openxmlformats.org/officeDocument/2006/relationships/hyperlink" Target="https://app.powerbi.com/groups/me/reports/e27063d9-d3d3-4658-b009-cb115734edd4/?pbi_source=PowerPoint" TargetMode="External" Id="RelId4" /><Relationship Type="http://schemas.openxmlformats.org/officeDocument/2006/relationships/image" Target="/ppt/media/image8.png" Id="imgId1449080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e10e2454c83247cc" /><Relationship Type="http://schemas.openxmlformats.org/officeDocument/2006/relationships/slideLayout" Target="/ppt/slideLayouts/slideLayout8.xml" Id="R66f5ba5e111a4ea5" /><Relationship Type="http://schemas.openxmlformats.org/officeDocument/2006/relationships/hyperlink" Target="https://app.powerbi.com/groups/me/reports/e27063d9-d3d3-4658-b009-cb115734edd4/?pbi_source=PowerPoint" TargetMode="External" Id="RelId5" /><Relationship Type="http://schemas.openxmlformats.org/officeDocument/2006/relationships/image" Target="/ppt/media/image9.png" Id="imgId1449080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192a67bf31714ec5" /><Relationship Type="http://schemas.openxmlformats.org/officeDocument/2006/relationships/slideLayout" Target="/ppt/slideLayouts/slideLayout8.xml" Id="R3bdbe2696fa249b5" /><Relationship Type="http://schemas.openxmlformats.org/officeDocument/2006/relationships/hyperlink" Target="https://app.powerbi.com/groups/me/reports/e27063d9-d3d3-4658-b009-cb115734edd4/?pbi_source=PowerPoint" TargetMode="External" Id="RelId6" /><Relationship Type="http://schemas.openxmlformats.org/officeDocument/2006/relationships/image" Target="/ppt/media/imagea.png" Id="imgId1449080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f7cb9d672e0e46d0" /><Relationship Type="http://schemas.openxmlformats.org/officeDocument/2006/relationships/slideLayout" Target="/ppt/slideLayouts/slideLayout8.xml" Id="R96660688589e4977" /><Relationship Type="http://schemas.openxmlformats.org/officeDocument/2006/relationships/hyperlink" Target="https://app.powerbi.com/groups/me/reports/e27063d9-d3d3-4658-b009-cb115734edd4/?pbi_source=PowerPoint" TargetMode="External" Id="RelId7" /><Relationship Type="http://schemas.openxmlformats.org/officeDocument/2006/relationships/image" Target="/ppt/media/imageb.png" Id="imgId144908093" /></Relationships>
</file>

<file path=ppt/slides/_rels/slidea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a73b72c6368446d2" /><Relationship Type="http://schemas.openxmlformats.org/officeDocument/2006/relationships/slideLayout" Target="/ppt/slideLayouts/slideLayout8.xml" Id="R2d58dbbec7304211" /><Relationship Type="http://schemas.openxmlformats.org/officeDocument/2006/relationships/hyperlink" Target="https://app.powerbi.com/groups/me/reports/e27063d9-d3d3-4658-b009-cb115734edd4/?pbi_source=PowerPoint" TargetMode="External" Id="RelId8" /><Relationship Type="http://schemas.openxmlformats.org/officeDocument/2006/relationships/image" Target="/ppt/media/imagec.png" Id="imgId144908094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ecom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5/25/2026 7:12:17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5/24/2026 1:14:44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otal Revenue ,Total Orders ,Total Customers ,AOV ,On-Time % ,Average Rating ,YoY% ,Revenue Trend ,Orders by Months ,Top 10 Categories by Revenue ,Revenue by State ,Order Status Share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49080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Overview (Executive Dashboard)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Revenue vs Last Year ,Rolling 30Days Revenue ,Revenue YTD ,Category X Year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490808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Sales Trends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tegory Revenue Share ,AOV vs Orders by Category ,Top 10 Categories by Rating ,Top 20 Categories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490808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Category &amp; Product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Revenue by Customer State ,Top 10 Customer States by Revenue ,Customer State X Category ,Top 10 Customer Cities by Revenue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490808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 Geo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ate Orders ,On-Time % ,Late Orders by Months ,Avg Delivery Days by Categoty ,Late % by Customer State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490809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&amp; Logistics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Avg Rating ,Negative Review% ,Positive Review % ,Rating Distrribution ,Avg Rating by Late vs On-Time ,Avg Rating Category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490809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ayment Type Share ,Avg Installments by Payment Type ,Payment Value Trend ,Top 20 Categories. Please refer to the notes on this slide for details">
            <a:hlinkClick xmlns:r="http://schemas.openxmlformats.org/officeDocument/2006/relationships" xmlns:a="http://schemas.openxmlformats.org/drawingml/2006/main" r:id="RelId6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490809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Payments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otal Seller ,Revenue Per Seller ,Revenue by Seller State ,Top 10 Sellers by Revenue ,Seller State X Category. Please refer to the notes on this slide for details">
            <a:hlinkClick xmlns:r="http://schemas.openxmlformats.org/officeDocument/2006/relationships" xmlns:a="http://schemas.openxmlformats.org/drawingml/2006/main" r:id="RelId7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490809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Seller</a:t>
            </a:r>
          </a:p>
        </p:txBody>
      </p:sp>
    </p:spTree>
    <p:clrMapOvr>
      <a:masterClrMapping xmlns:a="http://schemas.openxmlformats.org/drawingml/2006/main"/>
    </p:clrMapOvr>
  </p:cSld>
</p:sld>
</file>

<file path=ppt/slides/slidea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actionButton ,Category Title ,Total Revenue ,Total Orders ,AOV ,Average Rating ,On-Time % ,Revenue Trend ,Top 10 Customer States by Revenue. Please refer to the notes on this slide for details">
            <a:hlinkClick xmlns:r="http://schemas.openxmlformats.org/officeDocument/2006/relationships" xmlns:a="http://schemas.openxmlformats.org/drawingml/2006/main" r:id="RelId8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490809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Drillthrough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